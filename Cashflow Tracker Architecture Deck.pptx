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985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loop — talking points:
• A user question enters the loop; each turn, Claude decides to either call a tool or write the answer.
• If it calls a tool (stop_reason = tool_use), a DETERMINISTIC tool runs — all arithmetic happens there, never in the model — and the JSON result is appended to the message history and fed back. That's the loop.
• The loop repeats until Claude returns text (stop_reason = end_turn), at which point the answer is synthesized from the tool results and returned. Numbers come from tools; prose comes from Claude.
• Example trace shown is real: ledger_coverage() for grounding, then cashflow_summary(...) → $3,003.12 groceries in Q1 2026, then the final text turn.
• Guardrails: a max-turns cap prevents runaway loops; mutating tools (recategorize/draft) never execute inside the loop — they become proposals routed to a human approval gate first.
• This ~40-line loop is the whole 'agent' — everything a framework would add is elaboration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Human-in-the-loop recategorization — talking points:
• When you ask (or the agent spots a clear miscategorization mid-query), Claude calls recategorize_transaction — an ACTION tool.
• Action tools DON'T execute in the loop: dispatch returns a proposal (old→new category), rendered as an Apply/Edit/Discard card. Nothing is written yet.
• Only the human's Approve (or Edit-then-approve) triggers EXECUTE: xlsx backup → write category → audit log → Drive sync. Discard leaves the ledger untouched (still logged).
• The gate is enforced in CODE, not the prompt — so prompt injection or model drift can't cause a write. This is the same propose→approve→execute pattern used by the CLI (a/e/d), web UI, and Costco split writes.
• Role-gated: recategorization is admin-only; the read-only family tier is built with a different toolset and never sees action tools. The eval harness even has a tools_exclude check asserting a read query never calls a write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Gmail → Amazon ingestion — talking points:
• A manual or scheduled trigger runs gmail_ingest sync. It searches Gmail (read-only OAuth scope) for Amazon order-confirmation emails.
• For each email: extract text, pull the order ID by regex, and dedup against already-ingested orders — idempotent, safe to re-run.
• Claude extracts a structured order (items, prices) via forced tool-use and classifies each item into the existing taxonomy, cached.
• invoices apply imports the items as spend rows in a virtual 'Amazon Visa' account with item-level categories, flipping the autopay lump to an excluded transfer so nothing double-counts.
• Amazon privacy quirk handled: emails that omit item detail go to a needs_invoice queue rather than producing garbage — resolved later by a PDF or the data export.
• Proven: a live sync found 7 order emails and matched all 7 to already-ingested orders — zero duplicates. Same extractor/classifier also power the data-export backfill and Costco receipts.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Cashflow Tracker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58368" y="2331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Personal FinTech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" y="2880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7B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reasoning understands the question — deterministic tools guarantee the numbers.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2E2E2A"/>
          </a:solidFill>
          <a:ln w="12700">
            <a:solidFill>
              <a:srgbClr val="4A4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4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· Gmail · Amazon · Costco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01568" y="379476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2E2E2A"/>
          </a:solidFill>
          <a:ln w="12700">
            <a:solidFill>
              <a:srgbClr val="4A4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01568" y="3794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4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agent (Claude)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63056" y="379476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2E2E2A"/>
          </a:solidFill>
          <a:ln w="12700">
            <a:solidFill>
              <a:srgbClr val="4A4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63056" y="3794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4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web app · eval harness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924544" y="3794760"/>
            <a:ext cx="2606040" cy="640080"/>
          </a:xfrm>
          <a:prstGeom prst="roundRect">
            <a:avLst>
              <a:gd name="adj" fmla="val 11429"/>
            </a:avLst>
          </a:prstGeom>
          <a:solidFill>
            <a:srgbClr val="2E2E2A"/>
          </a:solidFill>
          <a:ln w="12700">
            <a:solidFill>
              <a:srgbClr val="4A4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24544" y="37947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4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· live on Railway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9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Manjunath Bangalore   ·   github.com/manjax1/cashflow-tracker   ·   live: cashflow.tikitansy.com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shflow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flow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flow_hi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flow_g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188720"/>
            <a:ext cx="758952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separation. </a:t>
            </a:r>
            <a:r>
              <a:rPr lang="en-US" sz="1350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reasons and plans; deterministic Python does every calculation. The model is never trusted with arithmetic — eliminating a whole class of hallucinated-number errors.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agent loop. </a:t>
            </a:r>
            <a:r>
              <a:rPr lang="en-US" sz="1350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tool-calling loop over the Messages API, deliberately without an orchestration framework, so the control flow stays transparent and debuggable.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extraction. </a:t>
            </a:r>
            <a:r>
              <a:rPr lang="en-US" sz="1350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tool-use turns invoices and receipts into typed JSON; an LLM-as-classifier maps items to a fixed taxonomy, cached for cost control.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Human-in-the-loop. </a:t>
            </a:r>
            <a:r>
              <a:rPr lang="en-US" sz="1350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is proposed → approved → executed, with a JSONL audit trail and automatic backups. Safety is enforced in code, not in the prompt.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ingestion + splits. </a:t>
            </a:r>
            <a:r>
              <a:rPr lang="en-US" sz="1350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Plaid, Gmail, data exports and receipt PDFs normalize into one ledger; a non-destructive Splits overlay adds item-level attribution with a proven no-double-count invariant.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deployment. </a:t>
            </a:r>
            <a:r>
              <a:rPr lang="en-US" sz="1350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2FA Flask app on Railway behind a custom domain, self-refreshing from Google Drive; GitHub source; a scheduled daily job keeps data fresh; rules &amp; chat log synced via Drive.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an eval harness. </a:t>
            </a:r>
            <a:r>
              <a:rPr lang="en-US" sz="1350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oracles compute ground truth from the ledger; an LLM-as-judge grades qualitative answers against those facts; runs regression-diff and are seeded from real usage.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b="1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Interoperable via MCP. </a:t>
            </a:r>
            <a:r>
              <a:rPr lang="en-US" sz="1350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tool layer is exposed as a Model Context Protocol server — so Claude Desktop and any MCP client drive the ledger, alongside the web and CLI agents.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366760" y="1188720"/>
            <a:ext cx="3337560" cy="5074920"/>
          </a:xfrm>
          <a:prstGeom prst="roundRect">
            <a:avLst>
              <a:gd name="adj" fmla="val 2192"/>
            </a:avLst>
          </a:prstGeom>
          <a:solidFill>
            <a:srgbClr val="F7F5F1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95360" y="1371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REFERENCES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0" y="18288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 pattern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95360" y="20482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— Building Effective Agents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595360" y="22860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anthropic.com/research/building-effective-agents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26974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&amp; structured outputs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0" y="29169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Developer Docs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595360" y="31546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docs.anthropic.com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0" y="3566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(shipped)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95360" y="37856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595360" y="40233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modelcontextprotocol.io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0" y="44348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&amp; card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0" y="465429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API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95360" y="4892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plaid.com/docs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53035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ingestion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55229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95360" y="5760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developers.google.com/gmail/api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&amp; Roadmap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75488" y="93268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hand-rolled agent to an MCP-exposed platform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3A7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F2F6F3"/>
          </a:solidFill>
          <a:ln w="19050">
            <a:solidFill>
              <a:srgbClr val="3A7D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3504" y="1901952"/>
            <a:ext cx="365760" cy="365760"/>
          </a:xfrm>
          <a:prstGeom prst="ellipse">
            <a:avLst/>
          </a:prstGeom>
          <a:solidFill>
            <a:srgbClr val="3A7D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3504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2416" y="19110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v1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37744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tool-calling loop; deterministic tools; human-in-the-loop gate; CLI.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79776" y="173736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F2F6F3"/>
          </a:solidFill>
          <a:ln w="19050">
            <a:solidFill>
              <a:srgbClr val="3A7D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26080" y="1901952"/>
            <a:ext cx="365760" cy="365760"/>
          </a:xfrm>
          <a:prstGeom prst="ellipse">
            <a:avLst/>
          </a:prstGeom>
          <a:solidFill>
            <a:srgbClr val="3A7D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0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4992" y="19110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944368" y="237744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dashboard, search; 2FA multi-user; Railway + custom domain; Drive-synced.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02352" y="173736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F2F6F3"/>
          </a:solidFill>
          <a:ln w="19050">
            <a:solidFill>
              <a:srgbClr val="3A7D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48656" y="1901952"/>
            <a:ext cx="365760" cy="365760"/>
          </a:xfrm>
          <a:prstGeom prst="ellipse">
            <a:avLst/>
          </a:prstGeom>
          <a:solidFill>
            <a:srgbClr val="3A7D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48656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87568" y="19110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Intel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66944" y="237744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(export + Gmail agent) &amp; Costco receipt splits; item-level, no-double-count.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24928" y="173736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F2F6F3"/>
          </a:solidFill>
          <a:ln w="19050">
            <a:solidFill>
              <a:srgbClr val="3A7D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71232" y="1901952"/>
            <a:ext cx="365760" cy="365760"/>
          </a:xfrm>
          <a:prstGeom prst="ellipse">
            <a:avLst/>
          </a:prstGeom>
          <a:solidFill>
            <a:srgbClr val="3A7D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71232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10144" y="19110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589520" y="237744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oracles + LLM-as-judge; regression; seeded from real usage.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47504" y="173736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F2F6F3"/>
          </a:solidFill>
          <a:ln w="19050">
            <a:solidFill>
              <a:srgbClr val="3A7D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893808" y="1901952"/>
            <a:ext cx="365760" cy="365760"/>
          </a:xfrm>
          <a:prstGeom prst="ellipse">
            <a:avLst/>
          </a:prstGeom>
          <a:solidFill>
            <a:srgbClr val="3A7D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93808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32720" y="19110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912096" y="2377440"/>
            <a:ext cx="18836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layer exposed via Model Context Protocol; Claude Desktop &amp; any MCP client.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ROADMAP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57200" y="4343400"/>
            <a:ext cx="5669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96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03504" y="4507992"/>
            <a:ext cx="365760" cy="365760"/>
          </a:xfrm>
          <a:prstGeom prst="ellipse">
            <a:avLst/>
          </a:prstGeom>
          <a:solidFill>
            <a:srgbClr val="C964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3504" y="4507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42416" y="45171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Multi-Agent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21792" y="4983480"/>
            <a:ext cx="535838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4A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Retrieval-grounded document Q&amp;A over leases, policies &amp; statements with cited sources; a multi-agent research and analysis pipeline layered on the existing tools.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4343400"/>
            <a:ext cx="5330952" cy="1783080"/>
          </a:xfrm>
          <a:prstGeom prst="roundRect">
            <a:avLst>
              <a:gd name="adj" fmla="val 4103"/>
            </a:avLst>
          </a:prstGeom>
          <a:solidFill>
            <a:srgbClr val="F7F5F1"/>
          </a:solidFill>
          <a:ln w="12700">
            <a:solidFill>
              <a:srgbClr val="D9D6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29400" y="4526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F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LAYER, MANY CLIENTS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29400" y="489204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deterministic tools now serve three orchestrators — </a:t>
            </a:r>
            <a:r>
              <a:rPr lang="en-US" sz="1250" b="1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 agent, the 2FA web app, and Claude Desktop via MCP</a:t>
            </a:r>
            <a:r>
              <a:rPr lang="en-US" sz="1250" dirty="0">
                <a:solidFill>
                  <a:srgbClr val="33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plus the eval harness that tests them. Clean tool/agent separation is what made each new client nearly free.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 shipped, each deepening a distinct agentic-AI skill: the agent loop · deployment &amp; auth · document intelligence · evaluation · interoperability.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2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Engineering — Techniques &amp; Lessons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E2620"/>
          </a:solidFill>
          <a:ln w="19050">
            <a:solidFill>
              <a:srgbClr val="C964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B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probabilistic layer understands intent; </a:t>
            </a: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deterministic layer guarantees correctness.”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8B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APPLIED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E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tool-use loop over the raw API (no framework)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E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via forced tool-use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E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LLM-as-classifier, constrained to a fixed taxonomy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E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/ multimodal extraction (PDF &amp; email)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E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guardrails on every mutation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E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deterministic oracles + LLM-as-judge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E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interoperability (one tool layer, many clients)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2514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LESSONS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9360" y="2971800"/>
            <a:ext cx="5303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E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probabilistic reasoning from deterministic correctness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E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safety in code, not in prompts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E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real failure modes: grounding, over-caution, misinference, silent false-negatives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E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tool inputs forgiving so plausible model guesses succeed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ED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Ship, deploy, and measure — build to learn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1325</Words>
  <Application>Microsoft Macintosh PowerPoint</Application>
  <PresentationFormat>Widescreen</PresentationFormat>
  <Paragraphs>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Manjax Bangalore</cp:lastModifiedBy>
  <cp:revision>1</cp:revision>
  <dcterms:created xsi:type="dcterms:W3CDTF">2026-07-22T06:28:33Z</dcterms:created>
  <dcterms:modified xsi:type="dcterms:W3CDTF">2026-07-22T06:31:41Z</dcterms:modified>
</cp:coreProperties>
</file>