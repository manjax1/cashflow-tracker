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98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Cashflow Tracker — talking points:
• Thesis: probabilistic layer understands the question; deterministic layer guarantees the numbers. The model never does arithmetic — all math is in code; the model reasons and decides.
• Agentic AI: hand-rolled tool-calling loop over the raw Anthropic API (no framework) — I understand what LangGraph etc. abstract.
• Structured outputs via forced tool-use for invoice/receipt extraction; LLM-as-classifier constrained to my own category taxonomy, with caching for cost control.
• Human-in-the-loop: every mutation is proposed → approved → executed, with audit log and backups. Safety in code, not prompts.
• Multi-source ingestion: Plaid (bank), Gmail API agent (Amazon emails), Amazon data export, Costco receipt PDFs → non-destructive Splits overlay with a proven no-double-count invariant.
• Deployed: Flask + 2FA (TOTP) web app on Railway, custom domain + TLS, self-refreshing from Google Drive; GitHub source; daily scheduled Plaid→Drive sync; rules &amp; chat log Drive-synced.
• Tested with an eval harness: deterministic oracles compute ground truth from the ledger, an LLM-as-judge grades qualitative answers against those facts, with regression diffing and cases seeded from real usage.
• Interoperable via MCP: the same tool layer is exposed as a Model Context Protocol server, so Claude Desktop and any MCP client drive the ledger alongside the web and CLI agents — one tool layer, three orchestrators.
• Debugged through real failure modes: temporal grounding, over-cautious tool avoidance, confident misinference, silent false-negatives, last-writer-wins clobber — operating at every altitude,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shflow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Manjax Bangalore</cp:lastModifiedBy>
  <cp:revision>1</cp:revision>
  <dcterms:created xsi:type="dcterms:W3CDTF">2026-07-22T06:06:33Z</dcterms:created>
  <dcterms:modified xsi:type="dcterms:W3CDTF">2026-07-22T06:07:51Z</dcterms:modified>
</cp:coreProperties>
</file>